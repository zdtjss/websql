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0" y="1828800"/>
            <a:ext cx="9601200" cy="1645920"/>
          </a:xfrm>
        </p:spPr>
        <p:txBody>
          <a:bodyPr/>
          <a:lstStyle/>
          <a:p>
            <a:pPr algn="l">
              <a:defRPr sz="4400" b="1">
                <a:solidFill>
                  <a:srgbClr val="FFFFFF"/>
                </a:solidFill>
                <a:ea typeface="微软雅黑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49039"/>
            <a:ext cx="7315200" cy="7315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>
              <a:defRPr sz="2000" b="0">
                <a:solidFill>
                  <a:srgbClr val="00F5D4"/>
                </a:solidFill>
                <a:ea typeface="微软雅黑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6" name="bar_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bar_7"/>
          <p:cNvSpPr/>
          <p:nvPr/>
        </p:nvSpPr>
        <p:spPr>
          <a:xfrm>
            <a:off x="1371600" y="3429000"/>
            <a:ext cx="274320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bar_8"/>
          <p:cNvSpPr/>
          <p:nvPr/>
        </p:nvSpPr>
        <p:spPr>
          <a:xfrm>
            <a:off x="1371600" y="5394960"/>
            <a:ext cx="9418320" cy="1828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0040"/>
            <a:ext cx="10698480" cy="73152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ea typeface="微软雅黑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554480"/>
            <a:ext cx="10515600" cy="4937760"/>
          </a:xfrm>
        </p:spPr>
        <p:txBody>
          <a:bodyPr/>
          <a:lstStyle/>
          <a:p>
            <a:pPr lvl="0" algn="l">
              <a:defRPr sz="1600" b="0">
                <a:solidFill>
                  <a:srgbClr val="B0C4D8"/>
                </a:solidFill>
                <a:ea typeface="微软雅黑"/>
              </a:defRPr>
            </a:pPr>
            <a:r>
              <a:rPr lang="en-US" smtClean="0"/>
              <a:t>Click to edit Master text styles</a:t>
            </a:r>
          </a:p>
          <a:p>
            <a:pPr lvl="1" algn="l">
              <a:defRPr sz="1600" b="0">
                <a:solidFill>
                  <a:srgbClr val="B0C4D8"/>
                </a:solidFill>
                <a:ea typeface="微软雅黑"/>
              </a:defRPr>
            </a:pPr>
            <a:r>
              <a:rPr lang="en-US" smtClean="0"/>
              <a:t>Second level</a:t>
            </a:r>
          </a:p>
          <a:p>
            <a:pPr lvl="2" algn="l">
              <a:defRPr sz="1600" b="0">
                <a:solidFill>
                  <a:srgbClr val="B0C4D8"/>
                </a:solidFill>
                <a:ea typeface="微软雅黑"/>
              </a:defRPr>
            </a:pPr>
            <a:r>
              <a:rPr lang="en-US" smtClean="0"/>
              <a:t>Third level</a:t>
            </a:r>
          </a:p>
          <a:p>
            <a:pPr lvl="3" algn="l">
              <a:defRPr sz="1600" b="0">
                <a:solidFill>
                  <a:srgbClr val="B0C4D8"/>
                </a:solidFill>
                <a:ea typeface="微软雅黑"/>
              </a:defRPr>
            </a:pPr>
            <a:r>
              <a:rPr lang="en-US" smtClean="0"/>
              <a:t>Fourth level</a:t>
            </a:r>
          </a:p>
          <a:p>
            <a:pPr lvl="4" algn="l">
              <a:defRPr sz="1600" b="0">
                <a:solidFill>
                  <a:srgbClr val="B0C4D8"/>
                </a:solidFill>
                <a:ea typeface="微软雅黑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6" name="bar_6"/>
          <p:cNvSpPr/>
          <p:nvPr/>
        </p:nvSpPr>
        <p:spPr>
          <a:xfrm>
            <a:off x="731520" y="1143000"/>
            <a:ext cx="1828800" cy="4114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377440"/>
            <a:ext cx="9418320" cy="109728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algn="ctr">
              <a:defRPr sz="3600" b="1">
                <a:solidFill>
                  <a:srgbClr val="FFFFFF"/>
                </a:solidFill>
                <a:ea typeface="微软雅黑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3794760"/>
            <a:ext cx="9418320" cy="82296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ctr">
              <a:defRPr sz="1600" b="0">
                <a:solidFill>
                  <a:srgbClr val="B0C4D8"/>
                </a:solidFill>
                <a:ea typeface="微软雅黑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6" name="bar_6"/>
          <p:cNvSpPr/>
          <p:nvPr/>
        </p:nvSpPr>
        <p:spPr>
          <a:xfrm>
            <a:off x="5029200" y="3611880"/>
            <a:ext cx="2103120" cy="4114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0040"/>
            <a:ext cx="10698480" cy="731520"/>
          </a:xfrm>
        </p:spPr>
        <p:txBody>
          <a:bodyPr/>
          <a:lstStyle/>
          <a:p>
            <a:pPr algn="l">
              <a:defRPr sz="2600" b="1">
                <a:solidFill>
                  <a:srgbClr val="FFFFFF"/>
                </a:solidFill>
                <a:ea typeface="微软雅黑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5" name="bar_5"/>
          <p:cNvSpPr/>
          <p:nvPr/>
        </p:nvSpPr>
        <p:spPr>
          <a:xfrm>
            <a:off x="731520" y="1143000"/>
            <a:ext cx="1828800" cy="4114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chart_frame"/>
          <p:cNvSpPr/>
          <p:nvPr/>
        </p:nvSpPr>
        <p:spPr>
          <a:xfrm>
            <a:off x="914400" y="1371600"/>
            <a:ext cx="10332720" cy="5120640"/>
          </a:xfrm>
          <a:prstGeom prst="rect">
            <a:avLst/>
          </a:prstGeom>
          <a:noFill/>
          <a:ln w="19050">
            <a:solidFill>
              <a:srgbClr val="12233D"/>
            </a:solidFill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6" name="bar_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